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FFF"/>
                </a:solidFill>
              </a:defRPr>
            </a:pPr>
            <a:r>
              <a:t>基於北斗增強技術的</a:t>
            </a:r>
            <a:br/>
            <a:r>
              <a:t>澳門交通 AI 優化框架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700"/>
                </a:solidFill>
              </a:defRPr>
            </a:pPr>
            <a:r>
              <a:t>答辯人：黃一朴、吴洛澄 | 指導老師：李維善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FFFF"/>
                </a:solidFill>
              </a:defRPr>
            </a:pPr>
            <a:r>
              <a:t>01 核心挑戰：澳門「都市峽谷」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FFD700"/>
                </a:solidFill>
              </a:defRPr>
            </a:pPr>
            <a:r>
              <a:t>痛點：GPS 信號嚴重漂移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由於街道狹窄、高樓密集，傳統導航誤差高達 8-10 米，無法區分車道。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00FFFF"/>
                </a:solidFill>
              </a:defRPr>
            </a:pPr>
            <a:r>
              <a:t>02 解決方案：PIAC 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0"/>
              </a:spcAft>
              <a:defRPr sz="2800">
                <a:solidFill>
                  <a:srgbClr val="FFFFFF"/>
                </a:solidFill>
              </a:defRPr>
            </a:pPr>
            <a:r>
              <a:t>1. 物理濾波 (LKF)：利用慣性修正亂跳的信號</a:t>
            </a:r>
          </a:p>
          <a:p>
            <a:pPr>
              <a:spcAft>
                <a:spcPts val="3000"/>
              </a:spcAft>
              <a:defRPr sz="2800">
                <a:solidFill>
                  <a:srgbClr val="FFFFFF"/>
                </a:solidFill>
              </a:defRPr>
            </a:pPr>
            <a:r>
              <a:t>2. 狀態量化：用 Little's Law 計算排隊長度</a:t>
            </a:r>
          </a:p>
          <a:p>
            <a:pPr>
              <a:spcAft>
                <a:spcPts val="3000"/>
              </a:spcAft>
              <a:defRPr sz="2800">
                <a:solidFill>
                  <a:srgbClr val="FFFFFF"/>
                </a:solidFill>
              </a:defRPr>
            </a:pPr>
            <a:r>
              <a:t>3. 智能控制：DQN AI 自動指揮紅綠燈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00FFFF"/>
                </a:solidFill>
              </a:defRPr>
            </a:pPr>
            <a:r>
              <a:t>03 實驗成果數據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D700"/>
                </a:solidFill>
              </a:defRPr>
            </a:pPr>
            <a:r>
              <a:t>74.9%</a:t>
            </a:r>
          </a:p>
          <a:p>
            <a:pPr>
              <a:defRPr sz="2400">
                <a:solidFill>
                  <a:srgbClr val="A0A0A0"/>
                </a:solidFill>
              </a:defRPr>
            </a:pPr>
            <a:r>
              <a:t>定位誤差降低 (RMSE)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FFD700"/>
                </a:solidFill>
              </a:defRPr>
            </a:pPr>
            <a:r>
              <a:t>45.8%</a:t>
            </a:r>
          </a:p>
          <a:p>
            <a:pPr>
              <a:defRPr sz="2400">
                <a:solidFill>
                  <a:srgbClr val="A0A0A0"/>
                </a:solidFill>
              </a:defRPr>
            </a:pPr>
            <a:r>
              <a:t>平均等待時間減少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